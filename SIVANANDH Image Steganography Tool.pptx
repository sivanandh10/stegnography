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2" r:id="rId12"/>
    <p:sldId id="2146847061" r:id="rId13"/>
    <p:sldId id="2146847055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vanandh10/STEGNOGRAPH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sivanandh10.github.io/SIVANANDH-CC---Portfolio/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www.flickr.com/photos/jurgenappelo/7749079740" TargetMode="External"/><Relationship Id="rId2" Type="http://schemas.openxmlformats.org/officeDocument/2006/relationships/hyperlink" Target="https://github.com/Sivanandh10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g"/><Relationship Id="rId5" Type="http://schemas.openxmlformats.org/officeDocument/2006/relationships/hyperlink" Target="https://www.linkedin.com/in/sivanandh-c-c-1a3942273/" TargetMode="External"/><Relationship Id="rId10" Type="http://schemas.openxmlformats.org/officeDocument/2006/relationships/hyperlink" Target="https://kaysix.fr/portfolio" TargetMode="External"/><Relationship Id="rId4" Type="http://schemas.openxmlformats.org/officeDocument/2006/relationships/hyperlink" Target="https://ugeek.github.io/blog/post/2019-01-21-utilizando-git-con-la-terminal-github.html" TargetMode="Externa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: </a:t>
            </a:r>
            <a:r>
              <a:rPr lang="en-IN" sz="20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SIVANANDH CC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&amp; Department : </a:t>
            </a:r>
            <a:r>
              <a:rPr lang="en-US" sz="1600" b="0" i="0" dirty="0">
                <a:solidFill>
                  <a:srgbClr val="F8FA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ERODE SENGUNTHAR ENGINEERING COLLEGE, COMPUTER SCIENCE AND ENGINEERING DEPARTMENT</a:t>
            </a:r>
            <a:endParaRPr lang="en-US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660836F-124F-72D1-3855-E424B0772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536" y="1994636"/>
            <a:ext cx="7412927" cy="55399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algn="ctr" defTabSz="457200">
              <a:spcBef>
                <a:spcPct val="0"/>
              </a:spcBef>
            </a:pPr>
            <a:r>
              <a:rPr lang="en-US" altLang="en-US" sz="3600" b="1" cap="all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Image Steganography Tool 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Technology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Wow factor 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05435" indent="-305435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Result</a:t>
            </a:r>
          </a:p>
          <a:p>
            <a:pPr marL="305435" indent="-305435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05435" indent="-305435"/>
            <a:endParaRPr lang="en-US" sz="20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05435" indent="-305435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757" y="544296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"In today’s digital age, securing sensitive information is a major concern. Traditional methods of data encryption are often complex and not user-friendly. This project aims to develop an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Steganography Tool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allows users to hide secret messages within images securely and retrieve them effortlessly. The tool ensures data security while maintaining ease of use for non-technical users."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 used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007" y="675402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Python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OpenCV, </a:t>
            </a:r>
            <a:r>
              <a:rPr lang="en-IN" sz="2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IN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Cross-platform (Windows, macOS, Linux)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Visual Studio Code, Git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Image Processing, GUI Development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Wow factors</a:t>
            </a:r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61834"/>
            <a:ext cx="11029615" cy="4673324"/>
          </a:xfrm>
        </p:spPr>
        <p:txBody>
          <a:bodyPr>
            <a:normAutofit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Features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Built with </a:t>
            </a:r>
            <a:r>
              <a:rPr lang="en-IN" sz="2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seamless interaction.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 Protection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Ensures only authorized users can decrypt the message.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Compatibility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Works on Windows, macOS, and Linux.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Encryption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Hides messages in image pixels without noticeable distortion.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Source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Fully customizable and available on GitHub for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495" y="967304"/>
            <a:ext cx="11029615" cy="467332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Individuals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For personal use to secure sensitive information.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For secure communication within teams.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Researchers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For studying steganography and image processing techniques.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For learning and implementing steganography concepts.</a:t>
            </a: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A0DA5-5B44-3FF6-6A8D-BDC9B805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989" y="1854149"/>
            <a:ext cx="3368507" cy="2877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9A2D97-5672-36A0-36A4-4A806E3D3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678" y="1818105"/>
            <a:ext cx="3410705" cy="29493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E698C6-DC01-6521-D3F0-A690028D5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10" y="1818105"/>
            <a:ext cx="3344114" cy="291331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32968D0-696B-A38F-48BB-62AC22217211}"/>
              </a:ext>
            </a:extLst>
          </p:cNvPr>
          <p:cNvSpPr txBox="1">
            <a:spLocks/>
          </p:cNvSpPr>
          <p:nvPr/>
        </p:nvSpPr>
        <p:spPr>
          <a:xfrm>
            <a:off x="9425416" y="4929352"/>
            <a:ext cx="2032992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1BEB9FC-A161-BC28-9506-1C87EEEB7D72}"/>
              </a:ext>
            </a:extLst>
          </p:cNvPr>
          <p:cNvSpPr txBox="1">
            <a:spLocks/>
          </p:cNvSpPr>
          <p:nvPr/>
        </p:nvSpPr>
        <p:spPr>
          <a:xfrm>
            <a:off x="4868056" y="4935564"/>
            <a:ext cx="1874388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85A2F7D-1CC6-9958-6D56-D574EDC31DB4}"/>
              </a:ext>
            </a:extLst>
          </p:cNvPr>
          <p:cNvSpPr txBox="1">
            <a:spLocks/>
          </p:cNvSpPr>
          <p:nvPr/>
        </p:nvSpPr>
        <p:spPr>
          <a:xfrm>
            <a:off x="733592" y="4935564"/>
            <a:ext cx="2984298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INTERFACE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967304"/>
            <a:ext cx="11029615" cy="467332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Steganography Tool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successfully addresses the problem of secure data transmission by hiding messages within images.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effective use of Python libraries like OpenCV and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user-friendly and secure application.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practical solution for individuals and organizations to protect sensitive information effortlessly.</a:t>
            </a:r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321" y="889071"/>
            <a:ext cx="11029615" cy="4673324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https://github.com/Sivanandh10/STEGNOGRAPHY</a:t>
            </a:r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README File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Includes detailed instructions, screenshots, and usage guidelines.</a:t>
            </a:r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Enhancements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support for more image formats (e.g., BMP, TIFF).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encryption algorithms for higher security.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version of the tool for Android and iOS.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cloud storage for saving and sharing encrypted images.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scope(optional)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2D6F0E3E-15CE-9241-6CC3-BD184CF0B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327521" y="4326194"/>
            <a:ext cx="325032" cy="325032"/>
          </a:xfrm>
          <a:prstGeom prst="rect">
            <a:avLst/>
          </a:prstGeom>
        </p:spPr>
      </p:pic>
      <p:pic>
        <p:nvPicPr>
          <p:cNvPr id="7" name="Picture 6">
            <a:hlinkClick r:id="rId5"/>
            <a:extLst>
              <a:ext uri="{FF2B5EF4-FFF2-40B4-BE49-F238E27FC236}">
                <a16:creationId xmlns:a16="http://schemas.microsoft.com/office/drawing/2014/main" id="{3790FABD-7B8A-76F9-28EF-9024B5D4B2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876141" y="4326194"/>
            <a:ext cx="325032" cy="325032"/>
          </a:xfrm>
          <a:prstGeom prst="rect">
            <a:avLst/>
          </a:prstGeom>
        </p:spPr>
      </p:pic>
      <p:pic>
        <p:nvPicPr>
          <p:cNvPr id="10" name="Picture 9">
            <a:hlinkClick r:id="rId8"/>
            <a:extLst>
              <a:ext uri="{FF2B5EF4-FFF2-40B4-BE49-F238E27FC236}">
                <a16:creationId xmlns:a16="http://schemas.microsoft.com/office/drawing/2014/main" id="{B42DA187-5CC7-C946-BF34-27CE6EB597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6458115" y="4302358"/>
            <a:ext cx="503127" cy="40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48</TotalTime>
  <Words>388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Franklin Gothic Book</vt:lpstr>
      <vt:lpstr>Franklin Gothic Demi</vt:lpstr>
      <vt:lpstr>Times New Roman</vt:lpstr>
      <vt:lpstr>Wingdings 2</vt:lpstr>
      <vt:lpstr>DividendVTI</vt:lpstr>
      <vt:lpstr>PowerPoint Presentation</vt:lpstr>
      <vt:lpstr>OUTLINE</vt:lpstr>
      <vt:lpstr>Problem Statement</vt:lpstr>
      <vt:lpstr>Technology  used</vt:lpstr>
      <vt:lpstr>Wow factors</vt:lpstr>
      <vt:lpstr>End users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siva nandh</cp:lastModifiedBy>
  <cp:revision>26</cp:revision>
  <dcterms:created xsi:type="dcterms:W3CDTF">2021-05-26T16:50:10Z</dcterms:created>
  <dcterms:modified xsi:type="dcterms:W3CDTF">2025-02-12T14:38:30Z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